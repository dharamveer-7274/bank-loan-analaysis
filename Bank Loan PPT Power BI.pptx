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8BEBC9-98D8-041D-95F3-3951B265A9B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091" y="47938"/>
            <a:ext cx="1137468" cy="8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82BE8-DA25-2F0A-6FC9-D781928C7B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4FEC7-38DB-BB24-114F-273EF90A7B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C04EE-8041-7D9D-CA19-298D684830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6B3D0-09AE-4F17-9CB2-07E656EB3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78" y="1568168"/>
            <a:ext cx="10569521" cy="1860832"/>
          </a:xfrm>
          <a:prstGeom prst="rect">
            <a:avLst/>
          </a:prstGeom>
        </p:spPr>
      </p:pic>
      <p:pic>
        <p:nvPicPr>
          <p:cNvPr id="6" name="Picture 6" descr="Like Comment Share PNGs for Free Download">
            <a:extLst>
              <a:ext uri="{FF2B5EF4-FFF2-40B4-BE49-F238E27FC236}">
                <a16:creationId xmlns:a16="http://schemas.microsoft.com/office/drawing/2014/main" id="{82211E88-89CC-1B62-06B7-D04393228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34" y="2132881"/>
            <a:ext cx="5978106" cy="5978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7818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818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dharamveer prasad</cp:lastModifiedBy>
  <cp:revision>13</cp:revision>
  <dcterms:created xsi:type="dcterms:W3CDTF">2023-10-07T01:44:58Z</dcterms:created>
  <dcterms:modified xsi:type="dcterms:W3CDTF">2026-07-14T11:19:52Z</dcterms:modified>
</cp:coreProperties>
</file>